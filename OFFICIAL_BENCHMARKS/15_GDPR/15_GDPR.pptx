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2026-10-02T09:27:03.380360Z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0a9cab6b02a1859872dca737ed522ea5057c979d2f752b040522d528201b5314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2026-10-02T09:27:03.380360Z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