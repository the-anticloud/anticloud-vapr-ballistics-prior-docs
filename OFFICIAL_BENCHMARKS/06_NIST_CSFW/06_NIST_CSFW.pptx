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2026-10-02T09:27:01.674788Z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0bd88f50b62f298673a723439df23ba555efbd55b41365afa8dc2b9670f7d7e3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2026-10-02T09:27:01.674788Z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