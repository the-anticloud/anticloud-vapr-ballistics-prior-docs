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2026-10-02T09:27:02.380896Z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a11af597a3547d0abcd27082fd53313c91b189342594475f754b7ce1c134fbef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2026-10-02T09:27:02.380896Z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