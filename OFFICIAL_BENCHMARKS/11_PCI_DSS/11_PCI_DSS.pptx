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2026-10-02T09:27:02.730424Z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ad8f303ceb1bbb078b825a4b9879ff5f184446b033eced39120612af8f27b5d7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2026-10-02T09:27:02.730424Z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