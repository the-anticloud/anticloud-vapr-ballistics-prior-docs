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2026-10-02T09:27:01.100730Z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af7823afceb86d1cb7d56d83256a436dc054d40974480e6595ce9b10f436261f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2026-10-02T09:27:01.100730Z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