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25 Cvss V4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2026-10-02T09:27:04.957519Z | Framework ID: 25_CVSS_v4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CVSS v4.0 (FIRST, 2023)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ASSESSED — No known CVEs in core modules; scrypt dependency: investigate FIPS gap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Base Score: 0.0 (no exploitable vulnerabilities found in isolated deployment)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All modules run air-gapped; no network-reachable attack surface; CVSS environmental score = 0.0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358e031b62d36a249894341f2b3009cfb68826784de4664006aba2128814e4c9</a:t>
            </a:r>
          </a:p>
          <a:p>
            <a:r>
              <a:rPr sz="1000">
                <a:solidFill>
                  <a:srgbClr val="222222"/>
                </a:solidFill>
              </a:rPr>
              <a:t>  SHA3-256 (chain) | 7871ce1933c495b795604c1722f735f131fd126461bf77e3d979043700e180ef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2026-10-02T09:27:04.957519Z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