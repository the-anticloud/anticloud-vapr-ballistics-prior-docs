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https://github.com/robsdevcraft/vapr-ballistics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anticloud-vapr-ballistics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